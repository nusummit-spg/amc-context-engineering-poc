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regulatory deck details the statutory structure of Indian mutual funds under SEBI regulations.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Assets of the mutual fund are legally held in trust by the Board of Trustees for the exclusive benefit of unitholders.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Prudential limits prevent portfolio concentration and safeguard mutual fund schemes against issuer defaults.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2024 institutional mechanism mandates state-of-the-art surveillance across all Indian AMCs.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Regulatory Architecture for Mutual Funds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Statutory framework established under the Securities and Exchange Board of India (Mutual Funds) Regulations, 1996.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Designed on a strict 3-tier fiduciary structure to ensure complete segregation of assets and protection of investor wealth.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Regulated by the Investment Management Department (IMD) of SEBI.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Association of Mutual Funds in India (AMFI) acts as the self-regulatory industry body.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The 3-Tier Fiduciary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Complete legal segregation between Sponsor, Trustee Company, and Asset Management Company.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47472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 &amp; Mandate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Governance Requirement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Promoter of the Mutual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Minimum 5-year track record in financial services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Trustees / Trustee 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Fiduciary custodians of unitholder interests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At least two-thirds independent directors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Asset Management Co (AMC)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Investment Manager of the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Minimum net worth of INR 50 Crores, 50% independent directors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Safe custody of securities and 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Independent from Sponsor and AMC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Core Regulatory Boundaries (SEBI 7th Schedule)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Single Issuer Limit: Maximum 10% of scheme NAV in equity of any single company.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Single Group Limit: Maximum 20% of scheme NAV in a conglomerate group (extendable to 25% with Trustee approval).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Sector Exposure: Maximum 20% of scheme NAV in any single sector (additional 10% in housing finance).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Borrowing Restriction (Reg 44(2)): Maximum 20% of net assets, max 6 months, strictly for redemptions.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Surveillance &amp; Deterrence of Market Abuse (2024 Framework)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Institutional Mechanism for Prevention of Market Abuse and Front-Running.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Mandatory biometric entry, phone lockers, and 100% voice/chat recording in Dealing Rooms.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Automated surveillance systems detecting trades in personal accounts of access persons mirroring fund orders.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Whistleblower protection and severe penalties for non-compliance.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