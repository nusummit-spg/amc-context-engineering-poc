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day. This presentation reviews Aditya Birla Sun Life AMC's quarterly operational achievements.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investment philosophy is built on disciplined portfolio risk budgeting and multi-cap alpha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scalability remains the cornerstone of our retail customer expansion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Aditya Birla Sun Life AMC: Business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Joint venture between Aditya Birla Capital Limited and Sun Life Financial (Canada).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One of the top 5 largest mutual fund managers in India with INR 3.5+ Lakh Crores in AUM.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Comprehensive product presence across Equity, Fixed Income, Multi-Asset, and Liquid strategies.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Over 8.2 million active investor folios across 280+ national locations.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Portfolio Performance Across Key Schemes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Flagship equity and hybrid schemes consistently delivering competitive returns against benchmark indices.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Flagship Scheme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AUM (INR Cr)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3-Yr Return (CAGR)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Benchmark Return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ABSL Frontline Equity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26,400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15.8% (NIFTY 50 TRI)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ABSL Flexi Cap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21,200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16.2% (NIFTY 500 TRI)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ABSL Balanced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7,800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12.5% (CRISIL Hybrid)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ABSL Corporate Bond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22,100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6.8% (NIFTY Corp Bond)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Digital Distribution &amp; B-30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Over 75% of new SIPs initiated through digital channels and partner APIs.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Expanding reach across Tier 3 and Tier 4 locations through national banking partnerships.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Launch of institutional treasury portal with automated cut-off timestamping.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