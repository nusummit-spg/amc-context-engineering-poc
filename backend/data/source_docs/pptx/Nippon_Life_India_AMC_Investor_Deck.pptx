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investors. This deck outlines Nippon Life India Asset Management Limited's business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ETF volume leadership and expanding retail SIP book provide twin engines of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granular retail nature of our unitholder base provides stability during volatile market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our strategic partnership with Nippon Life Insurance opens unique avenues in overseas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Nippon Life India AMC: 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One of the largest AMCs in India, backed by Nippon Life Insurance (Japan's largest private life insurer).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Total QAAUM exceeds INR 4.3 Lakh Crores across Mutual Funds, PMS, and AIFs.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Rank #1 in Exchange Traded Funds (ETFs) with over 65% of daily ETF trading volume on Indian exchanges.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Managing over 1.5 Crore unique investor folios.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Nippon India Mutual Fund: Portfolio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Diversified asset allocation profile across retail equity, debt, and passive ETF investments.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47472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QAAUM (INR Cr)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Market Share (%)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Products</a:t>
                      </a:r>
                    </a:p>
                  </a:txBody>
                  <a:tcPr>
                    <a:solidFill>
                      <a:srgbClr val="1428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Equity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215,000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Nippon India Small Cap, Growth Fund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ETF &amp; Passives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110,000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Nippon India Nifty 50 BeES, Gold BeES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Debt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Nippon India Corporate Bond Fund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Liquid &amp; 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37,000 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Nippon India Liquid Fund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Retail SIP Growth &amp; B-30 Dominance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Monthly SIP registrations exceeded 4.5 lakh new mandates.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Monthly SIP book stands at INR 2,100+ Crores.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B-30 assets represent over 20% of total equity AUM, the highest proportion among top 5 AMCs.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Empowered 95,000+ distribution partners through the Nippon Partner digital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14284B"/>
                </a:solidFill>
              </a:defRPr>
            </a:pPr>
            <a:r>
              <a:t>Strategic Priorities: Passives, AIFs and Global Mandates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Scaling Alternative Investment Funds (AIF Category II &amp; III) targeting private credit and tech equity.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Promoting thematic and factor ETFs (Momentum, Low Volatility, Value).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Deepening Japanese institutional capital inflows into Indian equity and infrastructure assets.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• Focus on sustainability and ESG integration across fundamental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